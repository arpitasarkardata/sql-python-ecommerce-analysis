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pita Sarkar" userId="25466b81d3bc113f" providerId="LiveId" clId="{945B741A-63B3-4B8B-BDAC-39524657DC61}"/>
    <pc:docChg chg="modSld sldOrd">
      <pc:chgData name="Arpita Sarkar" userId="25466b81d3bc113f" providerId="LiveId" clId="{945B741A-63B3-4B8B-BDAC-39524657DC61}" dt="2026-03-14T02:19:30.194" v="1"/>
      <pc:docMkLst>
        <pc:docMk/>
      </pc:docMkLst>
      <pc:sldChg chg="ord">
        <pc:chgData name="Arpita Sarkar" userId="25466b81d3bc113f" providerId="LiveId" clId="{945B741A-63B3-4B8B-BDAC-39524657DC61}" dt="2026-03-14T02:19:30.194" v="1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55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14B8A6"/>
                </a:solidFill>
              </a:rPr>
              <a:t>THE STORY OF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Ecommerce Data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</a:rPr>
              <a:t>How raw data from 100,000+ orders was transformed into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</a:rPr>
              <a:t>clear business insights using SQL and Python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4133088"/>
            <a:ext cx="1234440" cy="256032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4133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MySQL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4133088"/>
            <a:ext cx="1234440" cy="256032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74520" y="4133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Python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4133088"/>
            <a:ext cx="1234440" cy="256032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4133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pandas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4480560"/>
            <a:ext cx="1234440" cy="256032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matplotlib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74520" y="4480560"/>
            <a:ext cx="1234440" cy="256032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874520" y="4480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seaborn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4480560"/>
            <a:ext cx="1234440" cy="256032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46120" y="4480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Jupyter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</a:rPr>
              <a:t>01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 business sitting on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100,000+ orders —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but no visibility.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Raw data was scattered across 7 separate tables — customers, orders, payments, products, sellers, order items, and geolocation. Nobody could answer basic questions like: What is selling? Is the business growing? Who are our best customers?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0" y="548640"/>
            <a:ext cx="2926080" cy="749808"/>
          </a:xfrm>
          <a:prstGeom prst="rect">
            <a:avLst/>
          </a:prstGeom>
          <a:solidFill>
            <a:srgbClr val="1B2D4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35040" y="594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 revenue visibility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2926080" cy="749808"/>
          </a:xfrm>
          <a:prstGeom prst="rect">
            <a:avLst/>
          </a:prstGeom>
          <a:solidFill>
            <a:srgbClr val="1B2D4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0" y="16002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 customer insights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2560320"/>
            <a:ext cx="2926080" cy="749808"/>
          </a:xfrm>
          <a:prstGeom prst="rect">
            <a:avLst/>
          </a:prstGeom>
          <a:solidFill>
            <a:srgbClr val="1B2D4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35040" y="2606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 growth tracking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3566160"/>
            <a:ext cx="2926080" cy="749808"/>
          </a:xfrm>
          <a:prstGeom prst="rect">
            <a:avLst/>
          </a:prstGeom>
          <a:solidFill>
            <a:srgbClr val="1B2D4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0" y="36118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 seller performance data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02 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Brazilian Ecommerce — 7 Tables, 100,000+ Records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real-world dataset with interconnected tables — just like enterprise data at Shell or any major company.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1965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85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~100K rows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Customer IDs, cities, states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96312" y="178308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96312" y="1783080"/>
            <a:ext cx="1965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87752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2185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~100K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7752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Order timestamps, 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178308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72584" y="1783080"/>
            <a:ext cx="1965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64024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order_items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64024" y="2185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~115K rows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Products, sellers, prices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48856" y="178308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48856" y="1783080"/>
            <a:ext cx="1965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40296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products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0296" y="2185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~33K rows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0296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Category, dimensions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29184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" y="3291840"/>
            <a:ext cx="1965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payments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694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~104K rows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Payment type, value, installments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96312" y="329184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496312" y="3291840"/>
            <a:ext cx="1965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587752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sellers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87752" y="3694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~3K rows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87752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Seller location data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72584" y="329184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72584" y="3291840"/>
            <a:ext cx="1965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64024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geolocation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64024" y="3694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~1M rows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64024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Zip codes, coordinates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03  THE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A 3-Layer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490472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Data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83794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Automated ingestion of 7 CSV files into MySQL using Python. Dynamic table creation, data type detection, null handling — zero manual work.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587752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2587752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6400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660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6609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SQL Analysis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00837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12 business questions answered across 3 levels: Basic aggregations → Intermediate joins → Advanced window functions (DENSE_RANK, LAG, moving averages, cumulative sums).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58184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3758184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2920" y="3831336"/>
            <a:ext cx="64008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831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Visual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17880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5 business-ready charts translating SQL results into insights any stakeholder can understand — without reading a single query.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04  SQL ANALYSIS  —  12 Business Questions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517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9768" y="777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261872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7784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Total sales per category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947672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57784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Customers per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2633472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57784" y="2633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% orders paid in installments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3 queries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777240"/>
            <a:ext cx="26517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27832" y="777240"/>
            <a:ext cx="26517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37560" y="777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INTERMEDIATE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26187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65576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Monthly orders in 2018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194767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65576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Revenue % per category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263347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65576" y="2633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Seller revenue rankings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331927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65576" y="3319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Moving average of order values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4 queries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35624" y="777240"/>
            <a:ext cx="26517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35624" y="777240"/>
            <a:ext cx="26517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45352" y="777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ADVANCED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5352" y="1261872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73368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Cumulative sales per month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45352" y="1947672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73368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Year-over-year growth 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5352" y="2633472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73368" y="2633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Customer retention rate (6-month)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45352" y="3319272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73368" y="3319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Top 3 customers per year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45352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4 queries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Functions used: DENSE_RANK()  |  LAG()  |  AVG() OVER(PARTITION BY)  |  SUM() OVER(ORDER BY)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05  KEY BUSINESS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What the data revealed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</a:rPr>
              <a:t>10.7%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Bed Table Bath Revenue Share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Top category by total revenue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32588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27832" y="13258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64992" y="14904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99.99%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64992" y="20208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Installment Payments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Almost all orders paid in installments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132588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35624" y="132588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72784" y="14904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</a:rPr>
              <a:t>+20%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72784" y="20208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YoY Revenue Growth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72784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Revenue grew 20% from 2017 to 2018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3273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</a:rPr>
              <a:t>Low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3803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Customer Retention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Most customers are one-time buyers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31089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27832" y="310896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64992" y="3273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</a:rPr>
              <a:t>SP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64992" y="3803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Top Customer State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64992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São Paulo has the highest concentration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31089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35624" y="310896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72784" y="3273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</a:rPr>
              <a:t>Mid-Year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272784" y="3803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Peak Demand Season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2784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May–August show highest order volumes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06  VISUALISATIONS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5 Business-Ready Charts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Each chart answers a specific business question — built from MySQL query results using Python (matplotlib &amp; seaborn)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Monthly Revenue Trend (2016-2018)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975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Line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764792"/>
            <a:ext cx="4114800" cy="34747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764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Tracks revenue growth month by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68296"/>
            <a:ext cx="47548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386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Order Volume Heatmap by Month &amp; Year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6243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Heatmap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414016"/>
            <a:ext cx="4114800" cy="34747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24140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Reveals peak demand months across years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47548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035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Cumulative Revenue Growth Over 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273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Area Chart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114800" cy="34747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Shows business momentum and scaling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66744"/>
            <a:ext cx="475488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666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Top 10 Product Categories by Revenue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39227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</a:rPr>
              <a:t>Horizontal Bar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712464"/>
            <a:ext cx="4114800" cy="34747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0600" y="3712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Identifies highest revenue sectors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315968"/>
            <a:ext cx="475488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4334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Payment Type Distribution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2688" y="4572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Pie Chart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361688"/>
            <a:ext cx="4114800" cy="34747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0600" y="4361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Shows how customers prefer to pay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 |  Monthly Revenue Trend (2016-2018)  |  Line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What it shows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Total monthly revenue plotted as a line with markers, showing the full business growth trajectory from 2016 to mid-2018.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Revenue grows steadily from 2016, peaks sharply in Nov 2017 (Black Friday), then sustains high levels through 2018.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Relevant to Shell because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Shell tracks revenue and demand trends in exactly this format — identifying growth periods and seasonal patterns is a core data analyst task.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4251960" cy="3520440"/>
          </a:xfrm>
          <a:prstGeom prst="rect">
            <a:avLst/>
          </a:prstGeom>
          <a:solidFill>
            <a:srgbClr val="0D1B2A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8412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Monthly Revenue (BRL)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-2212194">
            <a:off x="4800600" y="3963924"/>
            <a:ext cx="228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 rot="-1593903">
            <a:off x="4983480" y="3826764"/>
            <a:ext cx="204466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rot="-4091915">
            <a:off x="5166360" y="3735324"/>
            <a:ext cx="492419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 rot="-3806097">
            <a:off x="5349240" y="3278124"/>
            <a:ext cx="40893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 rot="-3378596">
            <a:off x="5532120" y="2912364"/>
            <a:ext cx="32969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 rot="-2700000">
            <a:off x="5715000" y="2638044"/>
            <a:ext cx="258631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 rot="-3080412">
            <a:off x="5897880" y="2455164"/>
            <a:ext cx="292751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 rot="-3080412">
            <a:off x="6080760" y="2226564"/>
            <a:ext cx="292751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 rot="-2700000">
            <a:off x="6263640" y="1997964"/>
            <a:ext cx="258631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 rot="-2212194">
            <a:off x="6446520" y="1815084"/>
            <a:ext cx="228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 rot="-3080412">
            <a:off x="6629400" y="1677924"/>
            <a:ext cx="292751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 rot="3080412">
            <a:off x="6812280" y="1449324"/>
            <a:ext cx="292751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 rot="-2212194">
            <a:off x="6995160" y="1677924"/>
            <a:ext cx="228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 rot="-1593903">
            <a:off x="7178040" y="1540764"/>
            <a:ext cx="204466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 rot="-842175">
            <a:off x="7360920" y="1449324"/>
            <a:ext cx="188508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 rot="-842175">
            <a:off x="7543800" y="1403604"/>
            <a:ext cx="188508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 rot="-342636">
            <a:off x="7726680" y="1357884"/>
            <a:ext cx="18379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 rot="-293946">
            <a:off x="7909560" y="1339596"/>
            <a:ext cx="321214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45736" y="3922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928616" y="37856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111496" y="3694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294376" y="32369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477256" y="28712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660136" y="25968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843016" y="24140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025896" y="21854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208776" y="19568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391656" y="17739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574536" y="1636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757416" y="1408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940296" y="1636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123176" y="14996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306056" y="1408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488936" y="13624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671816" y="13167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854696" y="129844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74736" y="12710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54880" y="4114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35040" y="4114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06640" y="4114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2018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611880"/>
            <a:ext cx="8412480" cy="64008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48640" y="36576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  plt.plot(df['period'], df['revenue'], marker='o', color='steelblue')  |  SQL:  SELECT year(...), month(...), round(sum(payment_value),2) FROM orders JOIN payments GROUP BY yr, mo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  |  Order Volume Heatmap by Month &amp; Year  |  Heatmap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What it shows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 colour-coded grid — months on columns, years on rows. Darker = more orders. Instantly reveals seasonal demand patterns.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May-August consistently show peak order volumes. November 2017 spikes sharply due to Black Friday — visible as a bright red cell.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Relevant to Shell because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Shell uses demand heatmaps to plan energy supply by season and region. This chart demonstrates that same analytical thinking.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4251960" cy="3520440"/>
          </a:xfrm>
          <a:prstGeom prst="rect">
            <a:avLst/>
          </a:prstGeom>
          <a:solidFill>
            <a:srgbClr val="0D1B2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J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10912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12664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14416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16168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17920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J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519672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J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21424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123176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424928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726680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028432" y="1143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90288" y="141732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010912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12664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614416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916168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217920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19672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821424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123176" y="1417320"/>
            <a:ext cx="274320" cy="713232"/>
          </a:xfrm>
          <a:prstGeom prst="rect">
            <a:avLst/>
          </a:prstGeom>
          <a:solidFill>
            <a:srgbClr val="164E63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123176" y="1417320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424928" y="1417320"/>
            <a:ext cx="274320" cy="713232"/>
          </a:xfrm>
          <a:prstGeom prst="rect">
            <a:avLst/>
          </a:prstGeom>
          <a:solidFill>
            <a:srgbClr val="164E63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424928" y="1417320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726680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028432" y="1417320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90288" y="222199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2017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2221992"/>
            <a:ext cx="274320" cy="713232"/>
          </a:xfrm>
          <a:prstGeom prst="rect">
            <a:avLst/>
          </a:prstGeom>
          <a:solidFill>
            <a:srgbClr val="0369A1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09160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10912" y="2221992"/>
            <a:ext cx="274320" cy="713232"/>
          </a:xfrm>
          <a:prstGeom prst="rect">
            <a:avLst/>
          </a:prstGeom>
          <a:solidFill>
            <a:srgbClr val="0369A1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010912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312664" y="2221992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312664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614416" y="2221992"/>
            <a:ext cx="274320" cy="713232"/>
          </a:xfrm>
          <a:prstGeom prst="rect">
            <a:avLst/>
          </a:prstGeom>
          <a:solidFill>
            <a:srgbClr val="0369A1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614416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916168" y="2221992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916168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17920" y="2221992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17920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519672" y="2221992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519672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821424" y="2221992"/>
            <a:ext cx="274320" cy="713232"/>
          </a:xfrm>
          <a:prstGeom prst="rect">
            <a:avLst/>
          </a:prstGeom>
          <a:solidFill>
            <a:srgbClr val="F59E0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821424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123176" y="2221992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123176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424928" y="2221992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424928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726680" y="2221992"/>
            <a:ext cx="274320" cy="713232"/>
          </a:xfrm>
          <a:prstGeom prst="rect">
            <a:avLst/>
          </a:prstGeom>
          <a:solidFill>
            <a:srgbClr val="EF4444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726680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9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028432" y="2221992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028432" y="222199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590288" y="302666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2018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09160" y="3026664"/>
            <a:ext cx="274320" cy="713232"/>
          </a:xfrm>
          <a:prstGeom prst="rect">
            <a:avLst/>
          </a:prstGeom>
          <a:solidFill>
            <a:srgbClr val="F59E0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709160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010912" y="3026664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010912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12664" y="3026664"/>
            <a:ext cx="274320" cy="713232"/>
          </a:xfrm>
          <a:prstGeom prst="rect">
            <a:avLst/>
          </a:prstGeom>
          <a:solidFill>
            <a:srgbClr val="F59E0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312664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614416" y="3026664"/>
            <a:ext cx="274320" cy="713232"/>
          </a:xfrm>
          <a:prstGeom prst="rect">
            <a:avLst/>
          </a:prstGeom>
          <a:solidFill>
            <a:srgbClr val="F59E0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614416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916168" y="3026664"/>
            <a:ext cx="274320" cy="713232"/>
          </a:xfrm>
          <a:prstGeom prst="rect">
            <a:avLst/>
          </a:prstGeom>
          <a:solidFill>
            <a:srgbClr val="F59E0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5916168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217920" y="3026664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217920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519672" y="3026664"/>
            <a:ext cx="274320" cy="713232"/>
          </a:xfrm>
          <a:prstGeom prst="rect">
            <a:avLst/>
          </a:prstGeom>
          <a:solidFill>
            <a:srgbClr val="F59E0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519672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821424" y="3026664"/>
            <a:ext cx="274320" cy="713232"/>
          </a:xfrm>
          <a:prstGeom prst="rect">
            <a:avLst/>
          </a:prstGeom>
          <a:solidFill>
            <a:srgbClr val="0EA5E9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821424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123176" y="3026664"/>
            <a:ext cx="274320" cy="713232"/>
          </a:xfrm>
          <a:prstGeom prst="rect">
            <a:avLst/>
          </a:prstGeom>
          <a:solidFill>
            <a:srgbClr val="164E63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123176" y="30266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424928" y="3026664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7726680" y="3026664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8028432" y="3026664"/>
            <a:ext cx="274320" cy="713232"/>
          </a:xfrm>
          <a:prstGeom prst="rect">
            <a:avLst/>
          </a:prstGeom>
          <a:solidFill>
            <a:srgbClr val="1B2D42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365760" y="3611880"/>
            <a:ext cx="8412480" cy="64008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548640" y="36576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  sns.heatmap(pivot, annot=True, cmap='YlOrRd')  |  SQL:  SELECT year(...) yr, month(...) mo, count(*) orders FROM orders GROUP BY yr, mo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V3  |  Cumulative Revenue Growth Over Time  |  Area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What it shows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 running total of all revenue month by month — the area fills green below the curve, showing how the business scaled over time.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Cumulative revenue crossed 16 million BRL by mid-2018. The steep incline from early 2017 shows rapid business scaling.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SQL Technique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Uses SUM() window function with ORDER BY to compute running totals — an advanced SQL technique that demonstrates strong analytical depth.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4251960" cy="3520440"/>
          </a:xfrm>
          <a:prstGeom prst="rect">
            <a:avLst/>
          </a:prstGeom>
          <a:solidFill>
            <a:srgbClr val="0D1B2A"/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3977640"/>
            <a:ext cx="182880" cy="13716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937760" y="3886200"/>
            <a:ext cx="182880" cy="22860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20640" y="3794760"/>
            <a:ext cx="182880" cy="32004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0" y="3383280"/>
            <a:ext cx="182880" cy="73152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0" y="3017520"/>
            <a:ext cx="182880" cy="109728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669280" y="2651760"/>
            <a:ext cx="182880" cy="146304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52160" y="2377440"/>
            <a:ext cx="182880" cy="173736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182880" cy="201168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182880" cy="219456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1737360"/>
            <a:ext cx="182880" cy="237744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83680" y="1600200"/>
            <a:ext cx="182880" cy="251460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66560" y="1463040"/>
            <a:ext cx="182880" cy="265176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949440" y="1417320"/>
            <a:ext cx="182880" cy="269748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132320" y="1371600"/>
            <a:ext cx="182880" cy="274320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15200" y="1353312"/>
            <a:ext cx="182880" cy="2761488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498080" y="1335024"/>
            <a:ext cx="182880" cy="2779776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680960" y="1325880"/>
            <a:ext cx="182880" cy="278892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863840" y="1316736"/>
            <a:ext cx="182880" cy="2798064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29600" y="1307592"/>
            <a:ext cx="182880" cy="2807208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 rot="-1593903">
            <a:off x="4754880" y="3963924"/>
            <a:ext cx="204466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 rot="-1593903">
            <a:off x="4937760" y="3872484"/>
            <a:ext cx="204466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 rot="-3962251">
            <a:off x="5120640" y="3781044"/>
            <a:ext cx="45029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 rot="-3806097">
            <a:off x="5303520" y="3369564"/>
            <a:ext cx="408932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 rot="-3806097">
            <a:off x="5486400" y="3003804"/>
            <a:ext cx="408932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 rot="-3378596">
            <a:off x="5669280" y="2638044"/>
            <a:ext cx="329692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 rot="-3378596">
            <a:off x="5852160" y="2363724"/>
            <a:ext cx="329692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 rot="-2700000">
            <a:off x="6035040" y="2089404"/>
            <a:ext cx="258631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 rot="-2700000">
            <a:off x="6217920" y="1906524"/>
            <a:ext cx="258631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 rot="-2212194">
            <a:off x="6400800" y="1723644"/>
            <a:ext cx="228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 rot="-2212194">
            <a:off x="6583680" y="1586484"/>
            <a:ext cx="228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 rot="-842175">
            <a:off x="6766560" y="1449324"/>
            <a:ext cx="188508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 rot="-842175">
            <a:off x="6949440" y="1403604"/>
            <a:ext cx="188508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 rot="-342636">
            <a:off x="7132320" y="1357884"/>
            <a:ext cx="183792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 rot="-342636">
            <a:off x="7315200" y="1339596"/>
            <a:ext cx="183792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 rot="-171744">
            <a:off x="7498080" y="1321308"/>
            <a:ext cx="183108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 rot="-171744">
            <a:off x="7680960" y="1312164"/>
            <a:ext cx="183108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 rot="-85926">
            <a:off x="7863840" y="1303020"/>
            <a:ext cx="365874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589520" y="11704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16M+ BRL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4133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35040" y="4133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06640" y="4133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2018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611880"/>
            <a:ext cx="8412480" cy="64008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48640" y="36576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  plt.fill_between(df['period'], df['cumulative'], alpha=0.4, color='green')  |  SQL:  SUM(payment) OVER(ORDER BY years, months) AS cumulative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V4  |  Top 10 Product Categories by Revenue  |  Horizontal Bar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What it shows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Top 10 revenue-generating product categories ranked by total payment value. Horizontal format makes long names easy to read.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Bed Table Bath leads at 10.7% of total revenue, followed closely by Health Beauty and Computer Accessories — driving inventory and marketing strategy.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24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Relevant to Shell because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Shell ranks business units, energy segments, and product lines by revenue contribution in exactly this format.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4251960" cy="3520440"/>
          </a:xfrm>
          <a:prstGeom prst="rect">
            <a:avLst/>
          </a:prstGeom>
          <a:solidFill>
            <a:srgbClr val="0D1B2A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822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Revenue by Category (BRL)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5152" y="1170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BED TABLE BATH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73368" y="1207008"/>
            <a:ext cx="21031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45152" y="14721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HEALTH BEAUTY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373368" y="1508760"/>
            <a:ext cx="2040026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45152" y="17739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COMPUTER ACCESS.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373368" y="1810512"/>
            <a:ext cx="1955902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45152" y="2075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FURNITURE DECOR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373368" y="2112264"/>
            <a:ext cx="1766621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45152" y="2377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WATCHES GIFTS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373368" y="2414016"/>
            <a:ext cx="172455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45152" y="2679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SPORTS LEISURE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73368" y="2715768"/>
            <a:ext cx="157734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45152" y="29809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HOUSEWARES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73368" y="3017520"/>
            <a:ext cx="1472184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45152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TELEPHONY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373368" y="3319272"/>
            <a:ext cx="1303934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45152" y="3584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AUTOMOTIVE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373368" y="3621024"/>
            <a:ext cx="121981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45152" y="3886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TOYS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73368" y="3922776"/>
            <a:ext cx="1093622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65760" y="3611880"/>
            <a:ext cx="8412480" cy="64008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6576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  plt.barh(df['category'][::-1], df['revenue'][::-1], color='coral')  |  SQL:  GROUP BY category ORDER BY revenue DESC LIMIT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V5  |  Payment Type Distribution  |  Pie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What it shows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How customers prefer to pay — credit card, boleto (bank slip), debit card, or voucher — as proportional slices of a pie.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~74% of payments are via credit card. Boleto accounts for ~19%. Customers strongly prefer deferred/instalment payment methods.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Relevant to Shell because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Understanding payment distribution informs financial planning, fraud risk, and B2B partnership decisions — all critical at enterprise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4251960" cy="3520440"/>
          </a:xfrm>
          <a:prstGeom prst="rect">
            <a:avLst/>
          </a:prstGeom>
          <a:solidFill>
            <a:srgbClr val="0D1B2A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841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Payment Type Distribution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49240" y="1234440"/>
            <a:ext cx="2651760" cy="265176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1325880" cy="132588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675120" y="1234440"/>
            <a:ext cx="1325880" cy="1325880"/>
          </a:xfrm>
          <a:prstGeom prst="ellipse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49240" y="2560320"/>
            <a:ext cx="1325880" cy="1325880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49240" y="2560320"/>
            <a:ext cx="1325880" cy="132588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16752" y="1901952"/>
            <a:ext cx="1316736" cy="131673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16752" y="2084832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74%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credit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255264"/>
            <a:ext cx="201168" cy="146304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85232" y="32186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Credit Card  73.9%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3474720"/>
            <a:ext cx="201168" cy="146304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85232" y="34381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Boleto  19.0%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3694176"/>
            <a:ext cx="201168" cy="146304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85232" y="3657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Debit Card  1.5%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3913632"/>
            <a:ext cx="201168" cy="146304"/>
          </a:xfrm>
          <a:prstGeom prst="rect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85232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Voucher  5.6%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8412480" cy="64008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36576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  plt.pie(df['count'], labels=df['type'], autopct='%1.1f%%')  |  SQL:  SELECT payment_type, count(*) cnt FROM payments GROUP BY payment_type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-548640"/>
            <a:ext cx="3200400" cy="320040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C55E"/>
                </a:solidFill>
              </a:rPr>
              <a:t>07  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problem did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this project solve?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347472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258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Business Visibility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514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 company with 100K+ orders but no clear picture of performance. This project built a complete analytical pipeline — from raw CSV files to executive-ready insights.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347472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3127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Data-Driven Decisions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3832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Identified that Bed Table Bath drives 10.7% of revenue, retention is critically low, and revenue is growing 20% YoY — all actionable findings for business strategy.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347472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7552" y="3995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Scalable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4251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The automated Python ingestion pipeline and structured SQL analysis can be extended to any new data source or business question — it's a reusable framework.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08 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Tools Used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54864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MySQL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Database &amp; SQL queries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Window functions, CTEs, JOINs across 7 tables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32588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27832" y="1325880"/>
            <a:ext cx="54864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10712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Python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10712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Data pipeline &amp; automation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10712" y="20756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mysql-connector, dynamic schema creation, CSV ingestion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132588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35624" y="1325880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18504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pandas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18504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Data manipulation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18504" y="20756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DataFrame operations, data cleaning, null handling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54864" cy="15727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matplotlib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Core visualisation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8587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Line charts, bar charts, area charts, pie charts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31089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27832" y="3108960"/>
            <a:ext cx="54864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10712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</a:rPr>
              <a:t>seaborn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10712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Statistical charts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10712" y="38587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Heatmap, enhanced bar plots with annotations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31089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35624" y="3108960"/>
            <a:ext cx="54864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18504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Jupyter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18504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Development environment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18504" y="38587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Interactive notebook with markdown documentation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-548640"/>
            <a:ext cx="2926080" cy="29260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4B8A6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From scattered data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to clear decisions.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1920240" cy="685800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12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SQL Queries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2331720"/>
            <a:ext cx="1920240" cy="685800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51760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71576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Difficulty Levels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1920240" cy="685800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0600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271576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Visualisations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2331720"/>
            <a:ext cx="1920240" cy="685800"/>
          </a:xfrm>
          <a:prstGeom prst="rect">
            <a:avLst/>
          </a:prstGeom>
          <a:solidFill>
            <a:srgbClr val="1B2D42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49440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100K+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9440" y="271576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Records Analysed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229600" cy="777240"/>
          </a:xfrm>
          <a:prstGeom prst="rect">
            <a:avLst/>
          </a:prstGeom>
          <a:solidFill>
            <a:srgbClr val="1B2D42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3246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"I built an end-to-end data analysis pipeline that turns raw ecommerce data into actionable business insights — covering revenue trends, customer behaviour, and seller performance — using Python, MySQL, and data visualisation."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github.com/YourUsername/ecommerce-sql-python-analysis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1532</Words>
  <Application>Microsoft Office PowerPoint</Application>
  <PresentationFormat>On-screen Show (16:9)</PresentationFormat>
  <Paragraphs>282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Data Analysis — SQL + Python</dc:title>
  <dc:subject>PptxGenJS Presentation</dc:subject>
  <dc:creator>PptxGenJS</dc:creator>
  <cp:lastModifiedBy>Arpita Sarkar</cp:lastModifiedBy>
  <cp:revision>1</cp:revision>
  <dcterms:created xsi:type="dcterms:W3CDTF">2026-03-14T02:16:42Z</dcterms:created>
  <dcterms:modified xsi:type="dcterms:W3CDTF">2026-03-14T02:19:38Z</dcterms:modified>
</cp:coreProperties>
</file>